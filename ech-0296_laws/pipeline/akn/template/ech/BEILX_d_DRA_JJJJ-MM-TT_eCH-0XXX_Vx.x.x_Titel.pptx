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974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4E5322E-2268-4B02-9D25-2339274AAEC6}" type="datetimeFigureOut">
              <a:rPr lang="de-CH"/>
              <a:pPr>
                <a:defRPr/>
              </a:pPr>
              <a:t>31.01.2024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CH" noProof="0" smtClean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de-CH" noProof="0" smtClean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E03DEF5-1ECD-4CDC-82F2-EBD794E77332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ch.ch" TargetMode="External"/><Relationship Id="rId2" Type="http://schemas.openxmlformats.org/officeDocument/2006/relationships/hyperlink" Target="http://www.ech.ch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H Dokument Titel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>
            <a:spLocks noChangeArrowheads="1"/>
          </p:cNvSpPr>
          <p:nvPr userDrawn="1"/>
        </p:nvSpPr>
        <p:spPr bwMode="auto">
          <a:xfrm>
            <a:off x="468313" y="496888"/>
            <a:ext cx="180022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de-CH" altLang="de-DE" sz="2100" b="1" smtClean="0">
                <a:latin typeface="Arial" charset="0"/>
                <a:ea typeface="Times New Roman" pitchFamily="18" charset="0"/>
                <a:cs typeface="Arial" charset="0"/>
              </a:rPr>
              <a:t>Beilage zu</a:t>
            </a:r>
            <a:endParaRPr lang="de-CH" altLang="de-DE" sz="600" smtClean="0">
              <a:latin typeface="Arial" charset="0"/>
              <a:ea typeface="Times New Roman" pitchFamily="18" charset="0"/>
              <a:cs typeface="Arial" charset="0"/>
            </a:endParaRPr>
          </a:p>
        </p:txBody>
      </p:sp>
      <p:sp>
        <p:nvSpPr>
          <p:cNvPr id="12" name="Rechteck 11"/>
          <p:cNvSpPr>
            <a:spLocks noChangeArrowheads="1"/>
          </p:cNvSpPr>
          <p:nvPr userDrawn="1"/>
        </p:nvSpPr>
        <p:spPr bwMode="auto">
          <a:xfrm>
            <a:off x="468313" y="5013325"/>
            <a:ext cx="81359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de-CH" altLang="de-DE" sz="2100" b="1" smtClean="0">
                <a:latin typeface="Arial" charset="0"/>
                <a:ea typeface="Times New Roman" pitchFamily="18" charset="0"/>
                <a:cs typeface="Arial" charset="0"/>
              </a:rPr>
              <a:t>Zusammenfassung</a:t>
            </a:r>
            <a:endParaRPr lang="de-CH" altLang="de-DE" sz="2100" smtClean="0">
              <a:latin typeface="Arial" charset="0"/>
              <a:ea typeface="Times New Roman" pitchFamily="18" charset="0"/>
              <a:cs typeface="Arial" charset="0"/>
            </a:endParaRPr>
          </a:p>
        </p:txBody>
      </p:sp>
      <p:graphicFrame>
        <p:nvGraphicFramePr>
          <p:cNvPr id="13" name="Tabelle 12"/>
          <p:cNvGraphicFramePr>
            <a:graphicFrameLocks noGrp="1"/>
          </p:cNvGraphicFramePr>
          <p:nvPr/>
        </p:nvGraphicFramePr>
        <p:xfrm>
          <a:off x="496888" y="1468438"/>
          <a:ext cx="8112125" cy="35528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9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Name</a:t>
                      </a:r>
                      <a:endParaRPr lang="de-CH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Beilage zu</a:t>
                      </a:r>
                      <a:endParaRPr lang="de-CH" sz="1000" b="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eCH-Nummer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sz="1000" dirty="0" smtClean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Version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sz="1000" dirty="0" smtClean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CH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Beschluss am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CH" sz="1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9" marR="4444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Ausgabedatum</a:t>
                      </a: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CH" sz="1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9" marR="4444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1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Sprachen</a:t>
                      </a:r>
                      <a:endParaRPr lang="de-CH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Deutsch (Original), Französisch (Übersetzung)</a:t>
                      </a:r>
                      <a:endParaRPr lang="de-CH" sz="1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9" marR="4444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69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Autoren</a:t>
                      </a:r>
                      <a:endParaRPr lang="de-CH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CH" sz="1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9" marR="4444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009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0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Herausgeber / Vertrieb</a:t>
                      </a:r>
                      <a:endParaRPr lang="de-CH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Verein eCH, Mainaustrasse 30, Postfach, 8034 Zürich</a:t>
                      </a: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044 388 74 64, F 044 388 71 80</a:t>
                      </a: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0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www.ech.ch</a:t>
                      </a:r>
                      <a:r>
                        <a:rPr lang="de-CH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lang="de-CH" sz="10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info@ech.ch</a:t>
                      </a:r>
                      <a:endParaRPr lang="de-CH" sz="1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9" marR="4444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9392" y="515427"/>
            <a:ext cx="6779096" cy="870957"/>
          </a:xfrm>
          <a:ln>
            <a:solidFill>
              <a:schemeClr val="accent1"/>
            </a:solidFill>
          </a:ln>
        </p:spPr>
        <p:txBody>
          <a:bodyPr anchor="t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altLang="de-DE" smtClean="0"/>
              <a:t>Titelmasterformat durch Klicken bearbeiten</a:t>
            </a:r>
            <a:endParaRPr lang="de-CH" altLang="de-DE" dirty="0" smtClean="0"/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3"/>
          </p:nvPr>
        </p:nvSpPr>
        <p:spPr>
          <a:xfrm>
            <a:off x="467544" y="5428674"/>
            <a:ext cx="8136904" cy="952654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altLang="de-DE" smtClean="0"/>
              <a:t>Textmasterformat bearbeiten</a:t>
            </a:r>
          </a:p>
        </p:txBody>
      </p:sp>
      <p:sp>
        <p:nvSpPr>
          <p:cNvPr id="14" name="Textplatzhalter 3"/>
          <p:cNvSpPr>
            <a:spLocks noGrp="1"/>
          </p:cNvSpPr>
          <p:nvPr>
            <p:ph type="body" sz="half" idx="14"/>
          </p:nvPr>
        </p:nvSpPr>
        <p:spPr>
          <a:xfrm>
            <a:off x="2411760" y="3573016"/>
            <a:ext cx="6192688" cy="648072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</p:txBody>
      </p:sp>
      <p:sp>
        <p:nvSpPr>
          <p:cNvPr id="15" name="Textplatzhalter 3"/>
          <p:cNvSpPr>
            <a:spLocks noGrp="1"/>
          </p:cNvSpPr>
          <p:nvPr>
            <p:ph type="body" sz="half" idx="15"/>
          </p:nvPr>
        </p:nvSpPr>
        <p:spPr>
          <a:xfrm>
            <a:off x="2411760" y="2708920"/>
            <a:ext cx="6192688" cy="279648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half" idx="16"/>
          </p:nvPr>
        </p:nvSpPr>
        <p:spPr>
          <a:xfrm>
            <a:off x="2411760" y="3005336"/>
            <a:ext cx="6192688" cy="279648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half" idx="17"/>
          </p:nvPr>
        </p:nvSpPr>
        <p:spPr>
          <a:xfrm>
            <a:off x="3131840" y="1484784"/>
            <a:ext cx="5472608" cy="27964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half" idx="18"/>
          </p:nvPr>
        </p:nvSpPr>
        <p:spPr>
          <a:xfrm>
            <a:off x="2417935" y="1772816"/>
            <a:ext cx="6192688" cy="27964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half" idx="19"/>
          </p:nvPr>
        </p:nvSpPr>
        <p:spPr>
          <a:xfrm>
            <a:off x="2417935" y="2060848"/>
            <a:ext cx="6192688" cy="27964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half" idx="20"/>
          </p:nvPr>
        </p:nvSpPr>
        <p:spPr>
          <a:xfrm>
            <a:off x="2411760" y="2420888"/>
            <a:ext cx="6192688" cy="279648"/>
          </a:xfrm>
        </p:spPr>
        <p:txBody>
          <a:bodyPr/>
          <a:lstStyle>
            <a:lvl1pPr marL="0" indent="0" algn="l" defTabSz="914400" rtl="0" eaLnBrk="1" latinLnBrk="0" hangingPunct="1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1" name="Fußzeilenplatzhalt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ADD6798-9481-420A-9D5A-B3F1B6426C8E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23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BB6A6B-F514-4E24-A362-E1438CD8B86F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22326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>
            <a:spLocks noChangeAspect="1" noChangeArrowheads="1"/>
          </p:cNvSpPr>
          <p:nvPr userDrawn="1"/>
        </p:nvSpPr>
        <p:spPr bwMode="auto">
          <a:xfrm>
            <a:off x="1457325" y="3590925"/>
            <a:ext cx="9398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de-CH" altLang="de-DE" smtClean="0">
              <a:latin typeface="Arial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>
              <a:defRPr sz="7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A66905E-4A1B-4EE3-9E4B-17BA9973D6A5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F866C9-A8CC-4008-9E7E-6412D74862B3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789891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CH" dirty="0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25868-9C8E-4BA1-87E4-E571C1E2F585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7E2A9-EB6E-4F8C-8C4C-FA6242F271A1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1934536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A2BCF-D5A5-400E-8A0F-514A9ABB885D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3359D-7BCD-4759-9BAB-5DD931B67BC7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969590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B7134-C6BE-4998-A41C-45C4D8FD1084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D418D-A85B-436E-9683-A7FF61EECD42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4557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755B1-5C72-4663-9542-A4FA0A5978D9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2E0B4-D0E0-41D8-8252-93C9D3221465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8542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BAA44-8FC4-49CE-87B9-2BD20EA3B1BA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BB8EF-B96F-4CBA-924F-1FB82A9968CF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101568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93919-AC7D-4F82-B9C7-5F45A10D2ABB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01F2C-9038-4872-BA77-69F97A742C79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85151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30D37-4D59-4ED8-B447-D6E78C0654DB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ECF6D-AB76-4540-B9B6-481D50DDBCD0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30261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B0C25-011A-4262-B8A5-07378DD3B308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EDBC1-F8E8-481A-B1C0-771C1574714C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18670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Titelmasterformat durch Klicken bearbeiten</a:t>
            </a:r>
            <a:endParaRPr lang="de-CH" altLang="de-DE" smtClean="0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  <a:endParaRPr lang="de-CH" altLang="de-DE" smtClean="0"/>
          </a:p>
        </p:txBody>
      </p:sp>
      <p:pic>
        <p:nvPicPr>
          <p:cNvPr id="1028" name="Picture 2" descr="Z:\Solution\Data\projekte\mandate\200954\07_Kommunikation\009_Vorlagen\Präsentationen\eCH_Standardpräsentation_Footer.png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61125"/>
            <a:ext cx="91440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95638" y="6642100"/>
            <a:ext cx="4976812" cy="201613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2" name="Datumsplatzhalter 3"/>
          <p:cNvSpPr>
            <a:spLocks noGrp="1"/>
          </p:cNvSpPr>
          <p:nvPr>
            <p:ph type="dt" sz="half" idx="2"/>
          </p:nvPr>
        </p:nvSpPr>
        <p:spPr>
          <a:xfrm>
            <a:off x="8388350" y="6624638"/>
            <a:ext cx="75565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79BC787-ED80-4EDB-95A8-BBE4F3EA296B}" type="datetime1">
              <a:rPr lang="de-DE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172450" y="6381750"/>
            <a:ext cx="971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1" smtClean="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C28613-3C35-4070-951D-D2C1B1160339}" type="slidenum">
              <a:rPr lang="de-CH" altLang="de-DE"/>
              <a:pPr>
                <a:defRPr/>
              </a:pPr>
              <a:t>‹Nr.›</a:t>
            </a:fld>
            <a:endParaRPr lang="de-CH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ch.ch" TargetMode="External"/><Relationship Id="rId2" Type="http://schemas.openxmlformats.org/officeDocument/2006/relationships/hyperlink" Target="http://www.ech.ch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ußzeilenplatzhalt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de-CH" altLang="de-DE" sz="1100" smtClean="0">
              <a:solidFill>
                <a:schemeClr val="bg1"/>
              </a:solidFill>
            </a:endParaRPr>
          </a:p>
        </p:txBody>
      </p:sp>
      <p:sp>
        <p:nvSpPr>
          <p:cNvPr id="5123" name="Datumsplatzhalter 3"/>
          <p:cNvSpPr>
            <a:spLocks noGrp="1"/>
          </p:cNvSpPr>
          <p:nvPr>
            <p:ph type="dt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636B909-AC86-48AA-A8F5-7454278DFCDE}" type="datetime1">
              <a:rPr lang="de-DE" altLang="de-DE" sz="1100" smtClean="0">
                <a:solidFill>
                  <a:srgbClr val="8989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31.01.2024</a:t>
            </a:fld>
            <a:endParaRPr lang="de-CH" altLang="de-DE" sz="1100" smtClean="0">
              <a:solidFill>
                <a:srgbClr val="898989"/>
              </a:solidFill>
            </a:endParaRPr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FB50D7-11A8-4096-AD72-84EDBEBCD09D}" type="slidenum">
              <a:rPr lang="de-CH" altLang="de-DE" sz="11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CH" altLang="de-DE" sz="1100">
              <a:solidFill>
                <a:srgbClr val="898989"/>
              </a:solidFill>
            </a:endParaRP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19229"/>
              </p:ext>
            </p:extLst>
          </p:nvPr>
        </p:nvGraphicFramePr>
        <p:xfrm>
          <a:off x="468313" y="1457865"/>
          <a:ext cx="8064500" cy="417829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28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1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</a:t>
                      </a:r>
                      <a:endParaRPr lang="de-CH" sz="1100" b="1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&lt;Titel&gt;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eCH-Dossier ID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de-CH" sz="11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</a:t>
                      </a:r>
                      <a:r>
                        <a:rPr lang="de-CH" sz="11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1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eCH-Dossier Name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&lt;Name&gt;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5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eCH-Dossier Version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&lt;x.x.x&gt;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00735"/>
                  </a:ext>
                </a:extLst>
              </a:tr>
              <a:tr h="37282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kern="120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</a:t>
                      </a:r>
                      <a:r>
                        <a:rPr lang="de-CH" sz="1100" kern="1200" baseline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Arbeit, Entwurf, Genehmigt, Abgelöst, Aufgehoben, Sistiert</a:t>
                      </a:r>
                      <a:endParaRPr lang="de-CH" sz="11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Beschluss am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JJJJ-MM-TT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Ausgabedatum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JJJJ-MM-TT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Sprachen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Deutsch (Original), Französisch (Übersetzung)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59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Autoren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&lt;Fachgruppe&gt;</a:t>
                      </a: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&lt;Autoren&gt;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004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Herausgeber / Vertrieb</a:t>
                      </a:r>
                      <a:endParaRPr lang="de-CH" sz="11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Verein eCH</a:t>
                      </a:r>
                      <a:r>
                        <a:rPr lang="de-CH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de-CH" sz="110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Räffelstrasse </a:t>
                      </a:r>
                      <a:r>
                        <a:rPr lang="de-CH" sz="11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20, 8045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Zürich</a:t>
                      </a: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044 388 74 64, F 044 388 71 80</a:t>
                      </a: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CH" sz="10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www.ech.ch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lang="de-CH" sz="10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info@ech.ch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44448" marR="44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Rechteck 2"/>
          <p:cNvSpPr/>
          <p:nvPr/>
        </p:nvSpPr>
        <p:spPr>
          <a:xfrm>
            <a:off x="468313" y="527610"/>
            <a:ext cx="80645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altLang="de-DE" sz="2100" b="1" smtClean="0">
                <a:latin typeface="Arial" panose="020B0604020202020204" pitchFamily="34" charset="0"/>
              </a:rPr>
              <a:t>Beilage zu &lt;ID&gt; – &lt;Name&gt; V&lt;x.x.x&gt; – &lt;Titel&gt;</a:t>
            </a:r>
            <a:endParaRPr lang="de-CH" sz="21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Fußzeilenplatzhalt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de-CH" altLang="de-DE" sz="700" smtClean="0">
              <a:solidFill>
                <a:schemeClr val="bg1"/>
              </a:solidFill>
            </a:endParaRPr>
          </a:p>
        </p:txBody>
      </p:sp>
      <p:sp>
        <p:nvSpPr>
          <p:cNvPr id="6149" name="Datumsplatzhalter 3"/>
          <p:cNvSpPr>
            <a:spLocks noGrp="1"/>
          </p:cNvSpPr>
          <p:nvPr>
            <p:ph type="dt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8E7C5265-2CF0-479C-843E-7215AB9857AA}" type="datetime1">
              <a:rPr lang="de-DE" altLang="de-DE" sz="700" smtClean="0">
                <a:solidFill>
                  <a:srgbClr val="8989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31.01.2024</a:t>
            </a:fld>
            <a:endParaRPr lang="de-CH" altLang="de-DE" sz="700" smtClean="0">
              <a:solidFill>
                <a:srgbClr val="898989"/>
              </a:solidFill>
            </a:endParaRPr>
          </a:p>
        </p:txBody>
      </p:sp>
      <p:sp>
        <p:nvSpPr>
          <p:cNvPr id="6150" name="Foliennummernplatzhalt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332132-B4E1-43ED-B682-52B220457F2E}" type="slidenum">
              <a:rPr lang="de-CH" altLang="de-DE" sz="10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de-CH" altLang="de-DE" sz="1000">
              <a:solidFill>
                <a:srgbClr val="898989"/>
              </a:solidFill>
            </a:endParaRPr>
          </a:p>
        </p:txBody>
      </p:sp>
      <p:sp>
        <p:nvSpPr>
          <p:cNvPr id="7" name="Rechteck 11"/>
          <p:cNvSpPr>
            <a:spLocks noChangeArrowheads="1"/>
          </p:cNvSpPr>
          <p:nvPr/>
        </p:nvSpPr>
        <p:spPr bwMode="auto">
          <a:xfrm>
            <a:off x="467544" y="692696"/>
            <a:ext cx="81359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CH" altLang="de-DE" sz="2100" b="1">
                <a:cs typeface="Times New Roman" panose="02020603050405020304" pitchFamily="18" charset="0"/>
              </a:rPr>
              <a:t>Zusammenfassung</a:t>
            </a:r>
            <a:endParaRPr lang="de-CH" altLang="de-DE" sz="2100">
              <a:cs typeface="Times New Roman" panose="02020603050405020304" pitchFamily="18" charset="0"/>
            </a:endParaRPr>
          </a:p>
        </p:txBody>
      </p:sp>
      <p:sp>
        <p:nvSpPr>
          <p:cNvPr id="8" name="Textplatzhalter 3"/>
          <p:cNvSpPr txBox="1">
            <a:spLocks/>
          </p:cNvSpPr>
          <p:nvPr/>
        </p:nvSpPr>
        <p:spPr bwMode="auto">
          <a:xfrm>
            <a:off x="467544" y="1108620"/>
            <a:ext cx="8135937" cy="484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de-CH" altLang="de-DE" sz="1400">
                <a:ea typeface="Calibri" panose="020F0502020204030204" pitchFamily="34" charset="0"/>
                <a:cs typeface="Times New Roman" panose="02020603050405020304" pitchFamily="18" charset="0"/>
              </a:rPr>
              <a:t>&lt;Kurze Zusammenfassung des Zwecks des Dokuments&gt;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EA66905E-4A1B-4EE3-9E4B-17BA9973D6A5}" type="datetime1">
              <a:rPr lang="de-DE" smtClean="0"/>
              <a:pPr>
                <a:defRPr/>
              </a:pPr>
              <a:t>31.01.2024</a:t>
            </a:fld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F866C9-A8CC-4008-9E7E-6412D74862B3}" type="slidenum">
              <a:rPr lang="de-CH" altLang="de-DE" smtClean="0"/>
              <a:pPr>
                <a:defRPr/>
              </a:pPr>
              <a:t>3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87679234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Bildschirmpräsentation (4:3)</PresentationFormat>
  <Paragraphs>32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Larissa</vt:lpstr>
      <vt:lpstr>PowerPoint-Präsentation</vt:lpstr>
      <vt:lpstr>PowerPoint-Präsentation</vt:lpstr>
      <vt:lpstr>PowerPoint-Präsentation</vt:lpstr>
    </vt:vector>
  </TitlesOfParts>
  <Company>Federas Beratung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 Manuela</dc:creator>
  <cp:lastModifiedBy>Nicole Aeberli</cp:lastModifiedBy>
  <cp:revision>57</cp:revision>
  <dcterms:created xsi:type="dcterms:W3CDTF">2017-09-20T09:45:53Z</dcterms:created>
  <dcterms:modified xsi:type="dcterms:W3CDTF">2024-01-31T06:32:37Z</dcterms:modified>
</cp:coreProperties>
</file>